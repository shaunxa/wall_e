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24"/>
    <p:restoredTop sz="94675"/>
  </p:normalViewPr>
  <p:slideViewPr>
    <p:cSldViewPr snapToGrid="0">
      <p:cViewPr varScale="1">
        <p:scale>
          <a:sx n="80" d="100"/>
          <a:sy n="80" d="100"/>
        </p:scale>
        <p:origin x="208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36574-3B37-8199-D4E9-F1A2F5958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56D0C-3B4F-DFAB-EA79-8B0574D00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8553A-452F-F385-7F4A-231444036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DB79-E2E2-4D4F-BE96-9BB17B061307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681B2-45C7-B943-566B-5AAED79E4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FA1D2-B84F-BCCA-2B0D-7FEF044A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0774-3FFE-5E46-BC1A-8F41A1B5E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72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85675-8A2F-F223-D6C8-AC6140EC0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7CB33-A216-F03F-FB60-C5A237103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CDDF1-3BF8-B0F4-7463-702E6C860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DB79-E2E2-4D4F-BE96-9BB17B061307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F15A7-564E-11AA-7CDD-FC3E017FD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D5E79-31C7-CBE2-06D8-E379D760C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0774-3FFE-5E46-BC1A-8F41A1B5E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81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0EF3A-3927-5D55-013A-160FA4742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91620-808E-1AEA-2E70-566369788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B08EE-4515-5116-8BE4-3F95ED7ED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DB79-E2E2-4D4F-BE96-9BB17B061307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813FD-400A-E65B-D0D6-49582097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9C0AF-D9C1-EFDE-55B0-E9AE2D440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0774-3FFE-5E46-BC1A-8F41A1B5E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161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689BE-2242-EE53-78AF-19FC8E9F8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63AF3-099C-CED9-81D2-B6D31963CE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D14CA7-AF70-99F5-8EDA-793E224AA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4AE6F-2B6E-734F-3E21-C0B75CDC5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DB79-E2E2-4D4F-BE96-9BB17B061307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3ACFA-4E56-4365-057A-EF6B1C684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E0885-B7D8-D2AB-F543-67093FE73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0774-3FFE-5E46-BC1A-8F41A1B5E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409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4967D-580F-213F-5A01-C38321148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BBBF5-A4BA-9B56-9634-9106D9642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9AEDB-304E-4E40-E7FD-C7B00C12C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8ECC0-39E0-F96B-7D96-59FD9ACAB2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A79B8B-572F-FBAF-C9D3-7514A9FF39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5D4F27-7DC1-96C2-74C6-F207A4049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DB79-E2E2-4D4F-BE96-9BB17B061307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621E07-C6F1-B42E-B595-9BEB0C464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1613BF-9E89-B700-D464-45ED21DED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0774-3FFE-5E46-BC1A-8F41A1B5E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03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51BE-9661-F2D3-4B9B-F64B912E3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7983E0-E964-B865-EE17-C3E0F9B3D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DB79-E2E2-4D4F-BE96-9BB17B061307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11B792-C38A-0843-69B2-CC2FFB355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CE84F-3BFB-54FD-F0F9-1A9DB2DEE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0774-3FFE-5E46-BC1A-8F41A1B5E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17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04CB83-AB7B-57C1-272B-F1DBDBB40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DB79-E2E2-4D4F-BE96-9BB17B061307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BA54D0-A545-388E-8D7A-E6D9D3DAA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94A3E-157A-F3B8-6B54-3A230D899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0774-3FFE-5E46-BC1A-8F41A1B5E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20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1C65E-DDDD-66FB-CCF7-E09A8325C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7E1FE-18D7-4D9E-1E0C-828D76E77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633C6-579F-8784-BF3D-B680D91C7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DAF8E-ADAD-827F-F13C-24BE3F43F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DB79-E2E2-4D4F-BE96-9BB17B061307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053A3-E8D4-A650-32C5-5F697C1AB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49B32-0600-7262-DE6A-2DB43F2B6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0774-3FFE-5E46-BC1A-8F41A1B5E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01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36E6A-5E2C-A902-6EC4-960EB9C46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814988-2890-11B5-E8FB-BA7CBCF99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D6C94-973E-5CD0-F630-A999C8517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E1FEE-352C-CE4A-58A1-E27D41322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DB79-E2E2-4D4F-BE96-9BB17B061307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115F0-5607-90CB-DE1F-BA79D10FC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0560B-94AC-B670-6DBA-67056AA7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0774-3FFE-5E46-BC1A-8F41A1B5E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274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68049-98DF-FB08-B5C9-4665DC6A3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49056C-6B13-05AC-C7A8-21E516831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439C1-4CB8-E157-5728-93ECC7BC9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DB79-E2E2-4D4F-BE96-9BB17B061307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6B216-6B44-A288-D7A9-108B9D28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0EA02-B520-D816-5C7A-03CCD0DA2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0774-3FFE-5E46-BC1A-8F41A1B5E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06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A065CB-DA45-318A-94FE-CE69E185AB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02D80-E02A-EE04-1F61-32924EC8F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AAA62-892E-CCDC-5FE5-A99AB7EE8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DB79-E2E2-4D4F-BE96-9BB17B061307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D52CB-8A07-9E1D-4347-569D0EC4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2F7D9-5E4B-AD3F-E343-00C205FDB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E0774-3FFE-5E46-BC1A-8F41A1B5E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16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C48C38-13EA-8911-E2B0-479FC2D05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CC12A-1477-6487-A5CF-1FAE7D8CE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065DE-67F1-6C00-1473-78C5FFC07E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DDB79-E2E2-4D4F-BE96-9BB17B061307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39308-F021-A1B8-6E6B-E12A6A704E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5A762-1506-1343-8152-462A08656D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4E0774-3FFE-5E46-BC1A-8F41A1B5E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895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 descr="Browser window outline">
            <a:extLst>
              <a:ext uri="{FF2B5EF4-FFF2-40B4-BE49-F238E27FC236}">
                <a16:creationId xmlns:a16="http://schemas.microsoft.com/office/drawing/2014/main" id="{9208B88E-8D87-9506-F440-A7FF440313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52084" y="1886634"/>
            <a:ext cx="4415039" cy="441503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39064ED-092A-1B88-4F23-20FEBB14672F}"/>
              </a:ext>
            </a:extLst>
          </p:cNvPr>
          <p:cNvSpPr/>
          <p:nvPr/>
        </p:nvSpPr>
        <p:spPr>
          <a:xfrm>
            <a:off x="1008529" y="3429000"/>
            <a:ext cx="1836271" cy="209774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Lego SPIKE Prime Hub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with </a:t>
            </a:r>
            <a:r>
              <a:rPr lang="en-US" dirty="0" err="1">
                <a:solidFill>
                  <a:schemeClr val="accent2"/>
                </a:solidFill>
              </a:rPr>
              <a:t>Pybricks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D7B04E-AD96-AC55-5977-FE984FF38129}"/>
              </a:ext>
            </a:extLst>
          </p:cNvPr>
          <p:cNvSpPr/>
          <p:nvPr/>
        </p:nvSpPr>
        <p:spPr>
          <a:xfrm>
            <a:off x="5177864" y="3428129"/>
            <a:ext cx="1836271" cy="20986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RPI 4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with Debian 13 &amp; Python 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5D0E26C-2CEB-7C64-0A78-DD2AE6968FD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844800" y="4477435"/>
            <a:ext cx="2333064" cy="4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6708F9F-ECE1-6313-FCFE-5A9FFBE9C824}"/>
              </a:ext>
            </a:extLst>
          </p:cNvPr>
          <p:cNvSpPr txBox="1"/>
          <p:nvPr/>
        </p:nvSpPr>
        <p:spPr>
          <a:xfrm>
            <a:off x="3409497" y="4154269"/>
            <a:ext cx="850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DAA61B-DBF7-5542-B5E4-1C4991DC9B8D}"/>
              </a:ext>
            </a:extLst>
          </p:cNvPr>
          <p:cNvSpPr txBox="1"/>
          <p:nvPr/>
        </p:nvSpPr>
        <p:spPr>
          <a:xfrm>
            <a:off x="2844800" y="4477434"/>
            <a:ext cx="850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GATT Server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C0D3B4-2AA2-911C-315A-024F68991152}"/>
              </a:ext>
            </a:extLst>
          </p:cNvPr>
          <p:cNvSpPr txBox="1"/>
          <p:nvPr/>
        </p:nvSpPr>
        <p:spPr>
          <a:xfrm>
            <a:off x="4293680" y="4523601"/>
            <a:ext cx="850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GATT Client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35E017-C51E-561F-C62E-864A2A0F8889}"/>
              </a:ext>
            </a:extLst>
          </p:cNvPr>
          <p:cNvSpPr/>
          <p:nvPr/>
        </p:nvSpPr>
        <p:spPr>
          <a:xfrm>
            <a:off x="1008529" y="2622177"/>
            <a:ext cx="1836271" cy="8059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Wall-E Robot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CA086A-F1E7-59BE-0244-2A970FBC1E61}"/>
              </a:ext>
            </a:extLst>
          </p:cNvPr>
          <p:cNvSpPr/>
          <p:nvPr/>
        </p:nvSpPr>
        <p:spPr>
          <a:xfrm>
            <a:off x="5177864" y="2622177"/>
            <a:ext cx="1836271" cy="8059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Web Cam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EBB56BF-F1A4-F7ED-C8A7-6B247101CB66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7014135" y="4477434"/>
            <a:ext cx="1039002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266F89C-CE1A-100E-4319-0AE0EFB1D843}"/>
              </a:ext>
            </a:extLst>
          </p:cNvPr>
          <p:cNvGrpSpPr/>
          <p:nvPr/>
        </p:nvGrpSpPr>
        <p:grpSpPr>
          <a:xfrm>
            <a:off x="8430577" y="3987850"/>
            <a:ext cx="1181101" cy="1071502"/>
            <a:chOff x="9269052" y="3997167"/>
            <a:chExt cx="1181101" cy="1071502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B1ADBA2-986B-6FD1-59E3-19063B51226F}"/>
                </a:ext>
              </a:extLst>
            </p:cNvPr>
            <p:cNvSpPr/>
            <p:nvPr/>
          </p:nvSpPr>
          <p:spPr>
            <a:xfrm>
              <a:off x="9269052" y="3997167"/>
              <a:ext cx="1181101" cy="9605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2"/>
                </a:solidFill>
              </a:endParaRPr>
            </a:p>
          </p:txBody>
        </p:sp>
        <p:pic>
          <p:nvPicPr>
            <p:cNvPr id="29" name="Graphic 28" descr="User with solid fill">
              <a:extLst>
                <a:ext uri="{FF2B5EF4-FFF2-40B4-BE49-F238E27FC236}">
                  <a16:creationId xmlns:a16="http://schemas.microsoft.com/office/drawing/2014/main" id="{6F380DBE-5F2E-0940-6D57-C600B0CFC6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02403" y="4154269"/>
              <a:ext cx="914400" cy="914400"/>
            </a:xfrm>
            <a:prstGeom prst="rect">
              <a:avLst/>
            </a:prstGeom>
          </p:spPr>
        </p:pic>
      </p:grp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55A71A3-5B3C-90C8-3E08-6E463620E0EA}"/>
              </a:ext>
            </a:extLst>
          </p:cNvPr>
          <p:cNvSpPr/>
          <p:nvPr/>
        </p:nvSpPr>
        <p:spPr>
          <a:xfrm>
            <a:off x="9155757" y="3540330"/>
            <a:ext cx="455921" cy="25667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66397AD-B1E8-B46E-4B5A-DE5CC213E371}"/>
              </a:ext>
            </a:extLst>
          </p:cNvPr>
          <p:cNvSpPr/>
          <p:nvPr/>
        </p:nvSpPr>
        <p:spPr>
          <a:xfrm>
            <a:off x="8430577" y="3540330"/>
            <a:ext cx="455921" cy="25667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1D7E051-AE1B-ED47-F78A-35C87779F30F}"/>
              </a:ext>
            </a:extLst>
          </p:cNvPr>
          <p:cNvCxnSpPr>
            <a:cxnSpLocks/>
          </p:cNvCxnSpPr>
          <p:nvPr/>
        </p:nvCxnSpPr>
        <p:spPr>
          <a:xfrm>
            <a:off x="8525188" y="3877214"/>
            <a:ext cx="953140" cy="0"/>
          </a:xfrm>
          <a:prstGeom prst="line">
            <a:avLst/>
          </a:prstGeom>
          <a:ln w="635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F7ADF54-0D29-AB21-2651-3BC7F64B0224}"/>
              </a:ext>
            </a:extLst>
          </p:cNvPr>
          <p:cNvCxnSpPr>
            <a:cxnSpLocks/>
          </p:cNvCxnSpPr>
          <p:nvPr/>
        </p:nvCxnSpPr>
        <p:spPr>
          <a:xfrm>
            <a:off x="8563928" y="5126811"/>
            <a:ext cx="953140" cy="0"/>
          </a:xfrm>
          <a:prstGeom prst="line">
            <a:avLst/>
          </a:prstGeom>
          <a:ln w="635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46D01C5-CD03-8245-775D-42210D687865}"/>
              </a:ext>
            </a:extLst>
          </p:cNvPr>
          <p:cNvCxnSpPr>
            <a:cxnSpLocks/>
          </p:cNvCxnSpPr>
          <p:nvPr/>
        </p:nvCxnSpPr>
        <p:spPr>
          <a:xfrm>
            <a:off x="8563928" y="5311295"/>
            <a:ext cx="953140" cy="0"/>
          </a:xfrm>
          <a:prstGeom prst="line">
            <a:avLst/>
          </a:prstGeom>
          <a:ln w="635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46C37F62-7E5A-E654-D3FE-5A5A02D6F2B7}"/>
              </a:ext>
            </a:extLst>
          </p:cNvPr>
          <p:cNvSpPr/>
          <p:nvPr/>
        </p:nvSpPr>
        <p:spPr>
          <a:xfrm>
            <a:off x="10218823" y="4029985"/>
            <a:ext cx="914400" cy="9144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Quad Arrow 41">
            <a:extLst>
              <a:ext uri="{FF2B5EF4-FFF2-40B4-BE49-F238E27FC236}">
                <a16:creationId xmlns:a16="http://schemas.microsoft.com/office/drawing/2014/main" id="{A39A2102-203E-91C7-DAD5-AE07AC1040DE}"/>
              </a:ext>
            </a:extLst>
          </p:cNvPr>
          <p:cNvSpPr/>
          <p:nvPr/>
        </p:nvSpPr>
        <p:spPr>
          <a:xfrm>
            <a:off x="10216216" y="4029985"/>
            <a:ext cx="911943" cy="907462"/>
          </a:xfrm>
          <a:prstGeom prst="quad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CAAF895-33B9-C9C2-FF65-58113B9FA5C9}"/>
              </a:ext>
            </a:extLst>
          </p:cNvPr>
          <p:cNvSpPr/>
          <p:nvPr/>
        </p:nvSpPr>
        <p:spPr>
          <a:xfrm>
            <a:off x="10136921" y="3540330"/>
            <a:ext cx="455921" cy="25667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CAF90B1-CC85-7BB8-A493-87AEDF5EA645}"/>
              </a:ext>
            </a:extLst>
          </p:cNvPr>
          <p:cNvSpPr/>
          <p:nvPr/>
        </p:nvSpPr>
        <p:spPr>
          <a:xfrm>
            <a:off x="10874061" y="3540330"/>
            <a:ext cx="455921" cy="25667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15491440-0D31-2625-5793-F2766E0F1308}"/>
              </a:ext>
            </a:extLst>
          </p:cNvPr>
          <p:cNvSpPr/>
          <p:nvPr/>
        </p:nvSpPr>
        <p:spPr>
          <a:xfrm>
            <a:off x="10136921" y="5059352"/>
            <a:ext cx="1193061" cy="2519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A602603-F872-D5BE-5012-9AE9CD2483EA}"/>
              </a:ext>
            </a:extLst>
          </p:cNvPr>
          <p:cNvCxnSpPr/>
          <p:nvPr/>
        </p:nvCxnSpPr>
        <p:spPr>
          <a:xfrm>
            <a:off x="10276238" y="5169932"/>
            <a:ext cx="851921" cy="0"/>
          </a:xfrm>
          <a:prstGeom prst="straightConnector1">
            <a:avLst/>
          </a:prstGeom>
          <a:ln w="44450"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Line Callout 2 48">
            <a:extLst>
              <a:ext uri="{FF2B5EF4-FFF2-40B4-BE49-F238E27FC236}">
                <a16:creationId xmlns:a16="http://schemas.microsoft.com/office/drawing/2014/main" id="{8554CF08-5A87-E772-BAF1-6B2A239C7E95}"/>
              </a:ext>
            </a:extLst>
          </p:cNvPr>
          <p:cNvSpPr/>
          <p:nvPr/>
        </p:nvSpPr>
        <p:spPr>
          <a:xfrm>
            <a:off x="8327902" y="1803394"/>
            <a:ext cx="1425191" cy="49443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79135"/>
              <a:gd name="adj6" fmla="val 3550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Video Streaming</a:t>
            </a:r>
          </a:p>
        </p:txBody>
      </p:sp>
      <p:sp>
        <p:nvSpPr>
          <p:cNvPr id="50" name="Line Callout 2 49">
            <a:extLst>
              <a:ext uri="{FF2B5EF4-FFF2-40B4-BE49-F238E27FC236}">
                <a16:creationId xmlns:a16="http://schemas.microsoft.com/office/drawing/2014/main" id="{49CFFC54-5F9C-B025-0688-12131B9BFE2B}"/>
              </a:ext>
            </a:extLst>
          </p:cNvPr>
          <p:cNvSpPr/>
          <p:nvPr/>
        </p:nvSpPr>
        <p:spPr>
          <a:xfrm>
            <a:off x="10257618" y="1803394"/>
            <a:ext cx="1425191" cy="49443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85624"/>
              <a:gd name="adj6" fmla="val 1074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Joystick</a:t>
            </a:r>
          </a:p>
        </p:txBody>
      </p:sp>
      <p:sp>
        <p:nvSpPr>
          <p:cNvPr id="51" name="Line Callout 2 50">
            <a:extLst>
              <a:ext uri="{FF2B5EF4-FFF2-40B4-BE49-F238E27FC236}">
                <a16:creationId xmlns:a16="http://schemas.microsoft.com/office/drawing/2014/main" id="{36FCB9BE-E24F-5EBA-6462-2098EBA1BC8F}"/>
              </a:ext>
            </a:extLst>
          </p:cNvPr>
          <p:cNvSpPr/>
          <p:nvPr/>
        </p:nvSpPr>
        <p:spPr>
          <a:xfrm>
            <a:off x="9946105" y="5746648"/>
            <a:ext cx="1736704" cy="79797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61571"/>
              <a:gd name="adj6" fmla="val 1459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Setting of head turning (-45 – 45 degree)</a:t>
            </a:r>
          </a:p>
        </p:txBody>
      </p:sp>
      <p:sp>
        <p:nvSpPr>
          <p:cNvPr id="52" name="Line Callout 2 51">
            <a:extLst>
              <a:ext uri="{FF2B5EF4-FFF2-40B4-BE49-F238E27FC236}">
                <a16:creationId xmlns:a16="http://schemas.microsoft.com/office/drawing/2014/main" id="{8AC00B02-9A38-F2D4-065F-8C434C22017B}"/>
              </a:ext>
            </a:extLst>
          </p:cNvPr>
          <p:cNvSpPr/>
          <p:nvPr/>
        </p:nvSpPr>
        <p:spPr>
          <a:xfrm>
            <a:off x="4431316" y="5742777"/>
            <a:ext cx="3220768" cy="79754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05279"/>
              <a:gd name="adj6" fmla="val 4757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Python WebApp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Yolov8n for face tracking</a:t>
            </a:r>
          </a:p>
        </p:txBody>
      </p:sp>
      <p:sp>
        <p:nvSpPr>
          <p:cNvPr id="53" name="Line Callout 2 52">
            <a:extLst>
              <a:ext uri="{FF2B5EF4-FFF2-40B4-BE49-F238E27FC236}">
                <a16:creationId xmlns:a16="http://schemas.microsoft.com/office/drawing/2014/main" id="{976AC713-62E9-F7AB-E343-3E2A0434F151}"/>
              </a:ext>
            </a:extLst>
          </p:cNvPr>
          <p:cNvSpPr/>
          <p:nvPr/>
        </p:nvSpPr>
        <p:spPr>
          <a:xfrm>
            <a:off x="8016389" y="5742776"/>
            <a:ext cx="1736704" cy="79797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61571"/>
              <a:gd name="adj6" fmla="val 2475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Status / Telemetry / Others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5CE9C62-2032-3D1B-F9A3-DEFDF71DACEE}"/>
              </a:ext>
            </a:extLst>
          </p:cNvPr>
          <p:cNvSpPr txBox="1"/>
          <p:nvPr/>
        </p:nvSpPr>
        <p:spPr>
          <a:xfrm>
            <a:off x="8754422" y="2840487"/>
            <a:ext cx="998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Browser</a:t>
            </a:r>
          </a:p>
        </p:txBody>
      </p:sp>
    </p:spTree>
    <p:extLst>
      <p:ext uri="{BB962C8B-B14F-4D97-AF65-F5344CB8AC3E}">
        <p14:creationId xmlns:p14="http://schemas.microsoft.com/office/powerpoint/2010/main" val="2887907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76ce46-357f-46de-88d6-77b9bbb83c46}" enabled="1" method="Privileged" siteId="{4e2c6054-71cb-48f1-bd6c-3a9705aca71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48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Shaun Shen</dc:creator>
  <cp:lastModifiedBy>Shaun Shen</cp:lastModifiedBy>
  <cp:revision>12</cp:revision>
  <dcterms:created xsi:type="dcterms:W3CDTF">2026-08-16T06:02:25Z</dcterms:created>
  <dcterms:modified xsi:type="dcterms:W3CDTF">2026-08-16T06:45:03Z</dcterms:modified>
</cp:coreProperties>
</file>